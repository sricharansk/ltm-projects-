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4699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University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(Chennai)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</a:t>
            </a:r>
            <a:r>
              <a:rPr lang="en-US" sz="5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-</a:t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36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-24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9F24D1-87E9-A99C-2B50-13900576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6014333"/>
            <a:ext cx="2421011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3E990-B2E3-F2BA-E824-90DCB6F6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932" y="6552204"/>
            <a:ext cx="1634067" cy="3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F00B2-DABC-F7AB-9B4A-5FE58B0D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600" y="6561666"/>
            <a:ext cx="1888734" cy="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E5C46-BAFC-79B8-B4AB-4DA54789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1" y="6547104"/>
            <a:ext cx="1701800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D20D5-EE38-4947-83F1-592E694A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529" y="6490077"/>
            <a:ext cx="2074471" cy="36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Module 1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> </a:t>
            </a:r>
            <a:r>
              <a:rPr lang="en-US" dirty="0" err="1">
                <a:solidFill>
                  <a:srgbClr val="5583D1"/>
                </a:solidFill>
                <a:latin typeface="+mn-lt"/>
              </a:rPr>
              <a:t>calibri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> 28</a:t>
            </a:r>
            <a:r>
              <a:rPr lang="en-US" dirty="0">
                <a:solidFill>
                  <a:srgbClr val="5583D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2FAE9-5D29-2669-95F8-5DD90F44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6540225"/>
            <a:ext cx="1820333" cy="31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175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S.K Sricharan</cp:lastModifiedBy>
  <cp:revision>16</cp:revision>
  <dcterms:created xsi:type="dcterms:W3CDTF">2024-05-13T10:33:11Z</dcterms:created>
  <dcterms:modified xsi:type="dcterms:W3CDTF">2026-09-06T20:06:42Z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