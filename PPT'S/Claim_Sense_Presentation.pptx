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1" r:id="rId9"/>
    <p:sldId id="214747048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46991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VIT University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(Chennai)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and LTM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latin typeface="Calibri"/>
                <a:cs typeface="Calibri" panose="020F0502020204030204" pitchFamily="34" charset="0"/>
              </a:rPr>
              <a:t>Claim Sense: RAG-Based Insurance Claims Adjudication &amp; Policy Knowledge Assistant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 K Sricharan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59F24D1-87E9-A99C-2B50-13900576F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6" y="6014333"/>
            <a:ext cx="2421011" cy="81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Claim Sense is a Retrieval-Augmented Generation (RAG) assistant for P&amp;C and health insurance claim adjudication.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It retrieves the exact policy clauses, exclusions, and IRDAI circulars relevant to each incoming claim.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A fraud/anomaly risk model plus a citation-backed recommendation replace today's manual, 5–10 day review.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Claim Sense</a:t>
            </a:r>
          </a:p>
          <a:p>
            <a:pPr algn="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33E990-B2E3-F2BA-E824-90DCB6F63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7932" y="6552204"/>
            <a:ext cx="1634067" cy="30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Cut claim turnaround from 5–10 days to a same-day decision.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Reduce claim leakage from missed exclusions and inconsistent calls.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Classify fraud/anomaly risk: Low / Medium / High.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Cite the exact policy clause behind every recommendation.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Claim Sense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EF00B2-DABC-F7AB-9B4A-5FE58B0D1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8600" y="6561666"/>
            <a:ext cx="1888734" cy="35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Synthetic policy, claims &amp; history data (10K–50K records).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RAG knowledge base: policy wordings, exclusions, IRDAI circulars.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ML classifier: Logistic Regression, Random Forest, GBM, XGBoost.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Adjuster dashboard: trends, fraud-risk, clause-citation analytics.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Azure deployment with MLflow tracking and CI/CD via ACR → AKS.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Claim Sense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CE5C46-BAFC-79B8-B4AB-4DA54789D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201" y="6547104"/>
            <a:ext cx="1701800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Lewis et al. (2020): RAG grounds generated answers in retrieved text with citations.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2025 fraud studies benchmark Random Forest &amp; XGBoost; flag class imbalance as key risk.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Hybrid dense + keyword retrieval outperforms dense-only on clause-heavy regulatory text.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CMS's DE-SynPUF shows regulators accept calibrated synthetic claims data.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Claim Sense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FFAFA6-6260-3CD4-D3CD-43583A533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6333" y="6506068"/>
            <a:ext cx="1735667" cy="35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RAG grounds LLM answers in authoritative text with traceable citations.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Tree ensembles (XGBoost, Random Forest) remain best for explainable fraud scoring.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Calibrated synthetic data is an accepted, privacy-safe path to realistic datasets.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Claim Sense combines hybrid retrieval, tree-ensemble scoring &amp; explainable generation.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Claim Sense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5D20D5-EE38-4947-83F1-592E694A6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529" y="6490077"/>
            <a:ext cx="2074471" cy="36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Knowledge base is grounded in real, current IRDAI circulars &amp; statistics.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Policies &amp; claims are synthetic — real claim data is proprietary (DPDP Act 2023).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Every score &amp; recommendation is logged for audit; overrides feed retraining.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0" dirty="0">
                <a:solidFill>
                  <a:srgbClr val="5583D1"/>
                </a:solidFill>
                <a:latin typeface="+mn-lt"/>
              </a:rPr>
              <a:t>MLflow drift monitoring auto-triggers retraining as claim patterns shift.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Claim Sense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D7B0B5-7FC9-A143-80D4-8A17B6C60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757" y="6493933"/>
            <a:ext cx="2074243" cy="36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5583D1"/>
                </a:solidFill>
                <a:latin typeface="+mn-lt"/>
              </a:rPr>
              <a:t>Data Engineering &amp; Synthetic Data Generation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5583D1"/>
                </a:solidFill>
                <a:latin typeface="+mn-lt"/>
              </a:rPr>
              <a:t>RAG Knowledge Base &amp; Hybrid Retrieval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5583D1"/>
                </a:solidFill>
                <a:latin typeface="+mn-lt"/>
              </a:rPr>
              <a:t>Fraud / Anomaly Risk Classification (ML)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5583D1"/>
                </a:solidFill>
                <a:latin typeface="+mn-lt"/>
              </a:rPr>
              <a:t>Explainable Adjudication Recommendation Engine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5583D1"/>
                </a:solidFill>
                <a:latin typeface="+mn-lt"/>
              </a:rPr>
              <a:t>Adjuster Dashboard &amp; Analytics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5583D1"/>
                </a:solidFill>
                <a:latin typeface="+mn-lt"/>
              </a:rPr>
              <a:t>Azure Deployment, MLOps &amp; CI/CD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Claim Sense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E2FAE9-5D29-2669-95F8-5DD90F440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667" y="6540225"/>
            <a:ext cx="1820333" cy="31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5583D1"/>
                </a:solidFill>
                <a:latin typeface="+mn-lt"/>
              </a:rPr>
              <a:t>Key Capabilities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242424"/>
                </a:solidFill>
                <a:latin typeface="+mn-lt"/>
              </a:rPr>
              <a:t>Chunks and embeds policy wordings, exclusion clauses, riders, and IRDAI circulars using Sentence Transformers.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242424"/>
                </a:solidFill>
                <a:latin typeface="+mn-lt"/>
              </a:rPr>
              <a:t>Combines dense (FAISS/ChromaDB) and keyword retrieval so exact clause numbers and regulatory terms are never missed.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solidFill>
                  <a:srgbClr val="242424"/>
                </a:solidFill>
                <a:latin typeface="+mn-lt"/>
              </a:rPr>
              <a:t>Every generated recommendation inlines the precise policy clause it relied 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RAG Knowledge Base &amp; Hybrid Retrieval Engine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Claim Sense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DCB7D5-436A-0A52-ECF0-4E7DF988B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0" y="6553200"/>
            <a:ext cx="2345266" cy="3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175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(Body)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S.K Sricharan</cp:lastModifiedBy>
  <cp:revision>16</cp:revision>
  <dcterms:created xsi:type="dcterms:W3CDTF">2024-05-13T10:33:11Z</dcterms:created>
  <dcterms:modified xsi:type="dcterms:W3CDTF">2026-09-06T20:06:42Z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