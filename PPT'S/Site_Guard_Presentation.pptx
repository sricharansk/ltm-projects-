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4699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University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(Chennai)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latin typeface="Calibri"/>
                <a:cs typeface="Calibri" panose="020F0502020204030204" pitchFamily="34" charset="0"/>
              </a:rPr>
              <a:t>Site Guard: AI Multi-Agent Construction Safety &amp; Quality Incident Resolution System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 K Sricharan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9F24D1-87E9-A99C-2B50-13900576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6014333"/>
            <a:ext cx="2421011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Site Guard is a LangGraph multi-agent system that triages construction safety and quality incidents in real time.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It turns free-text safety observations, near-misses, NCRs, and DPRs into structured, root-caused, actioned records.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Five specialized agents — Intake, Retrieval, Root-Cause, Corrective Action, Escalation — replace hours of manual IS-code and BOCW cross-referencing.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Site Guard</a:t>
            </a:r>
          </a:p>
          <a:p>
            <a:pPr algn="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33E990-B2E3-F2BA-E824-90DCB6F6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932" y="6552204"/>
            <a:ext cx="1634067" cy="3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Cut incident-to-resolution time from hours to minutes on site.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Ground every root-cause analysis in real IS codes, BOCW &amp; site SOPs.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Auto-draft corrective actions (CAPA) with an owner and due date.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Auto-escalate Critical and repeat violations to the safety officer.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Site Guard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F00B2-DABC-F7AB-9B4A-5FE58B0D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600" y="6561666"/>
            <a:ext cx="1888734" cy="3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Five-agent pipeline: Intake → Retrieval → Root-Cause → Action → Escalation.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RAG knowledge base: IS codes, BOCW Act/Rules, site SOPs, past incidents.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Synthetic DPRs, observations &amp; NCRs (5K–15K records) across trades/sites.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Incident queue &amp; CAPA-tracker dashboard with agent reasoning trace.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Deployable fully local (Ollama + Llama 3.1 8B) or on Azure (ACI / AKS).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Site Guard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E5C46-BAFC-79B8-B4AB-4DA54789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1" y="6547104"/>
            <a:ext cx="1701800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LangGraph (2024) formalizes multi-agent orchestration with retries and auditable traces.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Studies link inconsistent root-cause tracking to repeat violations &amp; delays.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OSHA's SIR program &amp; India's BOCW Act (1996)/Rules (1998) are key real, current sources.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FMEA and 5-Why remain the dominant structured root-cause methodologies.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Site Guard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Agentic, graph-based orchestration is now standard for multi-step LLM workflows.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Retrieval grounded in real regulatory text is essential for credible root causes.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FMEA/5-Why plus LLM reasoning gives more consistent, auditable root causes.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Site Guard combines retrieval, structured methodology &amp; human escalation.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Site Guard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5D20D5-EE38-4947-83F1-592E694A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529" y="6490077"/>
            <a:ext cx="2074471" cy="36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Knowledge base grounded in the real BOCW Act, Central Rules &amp; BIS codes.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Site incident data (DPRs, NCRs) is synthetic — real contractor data is confidential.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Every agent's reasoning step is logged in an auditable trace on the dashboard.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Repeat-violation detection compares new incidents to the site's own history.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Site Guard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Intake Agent — Free-Text to Structured Incident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Retrieval Agent — RAG over IS Codes, BOCW &amp; SOPs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Root-Cause Agent — FMEA / 5-Why Analysis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Corrective Action Agent — CAPA Drafting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Escalation Agent — Critical &amp; Repeat-Violation Alerts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Dashboard, Deployment &amp; MLOps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Site Guard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2FAE9-5D29-2669-95F8-5DD90F44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67" y="6540225"/>
            <a:ext cx="1820333" cy="31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5583D1"/>
                </a:solidFill>
                <a:latin typeface="+mn-lt"/>
              </a:rPr>
              <a:t>How the Agents Work Together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242424"/>
                </a:solidFill>
                <a:latin typeface="+mn-lt"/>
              </a:rPr>
              <a:t>LangGraph passes state between Intake, Retrieval, Root-Cause, Corrective Action, and Escalation agents as one auditable graph run.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242424"/>
                </a:solidFill>
                <a:latin typeface="+mn-lt"/>
              </a:rPr>
              <a:t>Each agent's input/output is logged to the reasoning-trace table, so a safety officer can see exactly why a recommendation was made.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Multi-Agent Orchestration Layer (LangGraph)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Site Guard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175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S.K Sricharan</cp:lastModifiedBy>
  <cp:revision>16</cp:revision>
  <dcterms:created xsi:type="dcterms:W3CDTF">2024-05-13T10:33:11Z</dcterms:created>
  <dcterms:modified xsi:type="dcterms:W3CDTF">2026-09-06T20:06:42Z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