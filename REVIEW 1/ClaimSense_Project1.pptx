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8" r:id="rId15"/>
    <p:sldId id="2147470496" r:id="rId7"/>
    <p:sldId id="2147470499" r:id="rId16"/>
    <p:sldId id="2147470497" r:id="rId8"/>
    <p:sldId id="2147470491" r:id="rId9"/>
    <p:sldId id="2147470487" r:id="rId10"/>
    <p:sldId id="2147470500" r:id="rId17"/>
    <p:sldId id="2147470501" r:id="rId18"/>
    <p:sldId id="2147470502" r:id="rId19"/>
    <p:sldId id="2147470503" r:id="rId20"/>
    <p:sldId id="2147470504" r:id="rId21"/>
    <p:sldId id="214747050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8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cs typeface="Calibri" panose="020F0502020204030204" pitchFamily="34" charset="0"/>
              </a:rPr>
              <a:t>Claim Sense: RAG-Based Insurance Claims Adjudication &amp; Policy Knowledge Assistant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rgbClr val="FFFFFF"/>
                </a:solidFill>
                <a:cs typeface="Calibri" panose="020F0502020204030204" pitchFamily="34" charset="0"/>
              </a:rPr>
              <a:t>S K Sricharan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cs typeface="Calibri" panose="020F0502020204030204" pitchFamily="34" charset="0"/>
              </a:rPr>
              <a:t>T-SERIES: T9984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P&amp;C and health insurers take 5–10 days per claim because adjusters manually cross-check policy wordings, exclusion clauses and regulatory circulars — Claim Sense automates this using Retrieval-Augmented Generation (RAG).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system ingests a claim (structured data + free-text incident description), retrieves the exact clause(s) from the customer's policy and applicable IRDAI regulations, scores fraud/anomaly risk with a trained ML model, and generates a citation-backed Approve / Investigate / Deny recommendation.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Outcome: adjudication turnaround drops from days to minutes, decisions become consistent across adjusters, and claim leakage from missed exclusions is reduced.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As a product, Claim Sense ships as an adjuster-facing dashboard (Streamlit + FastAPI) deployed on Azure (AKS), with MLflow-tracked models and CI/CD — usable as an internal claims copilot or licensed as a SaaS adjudication layer.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Ingest structured claim data and free-text incident narratives for automated triage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Build a hybrid (dense + keyword) RAG knowledge base over policy wordings, exclusion clauses and IRDAI regulatory circulars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Classify fraud/anomaly risk (Low / Medium / High) using engineered claim features and gradient-boosted models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Retrieve and cite the exact policy clause(s) that justify a decision, eliminating unsupported recommendations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Generate an explainable Approve / Investigate / Deny recommendation with inline reasoning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Provide an interactive adjuster dashboard with claim-trend and clause-citation analytics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Deploy on Azure with MLflow experiment tracking and full CI/CD (GitHub Actions/Azure DevOps → ACR → AKS)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937760"/>
                <a:gridCol w="411480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In-Scope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Out-of-Scope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Data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Synthetic policy corpus (200–500 docs) &amp; synthetic claims (10k–50k), calibrated to real IRDAI/Kaggle/IEEE-CIS/CMS DE-SynPUF statistics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Real, identifiable insurer claim/policy data (PII- and IRDAI-restricted)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Knowledge base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RAG over synthetic policy clauses + real IRDAI circulars (chunk + embed, hybrid retrieval)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Non-insurance regulatory domains (e.g., banking, general legal)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ML risk model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Fraud/anomaly classifier (LogReg / RF / GBM / XGBoost) on structured claim features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Deep-learning image/document forensics (signature or photo tampering)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Adjudication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Citation-backed Approve / Investigate / Deny recommendation via LLM + retrieval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Fully autonomous claim payout — a human adjuster stays in the loop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Interface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Streamlit/FastAPI adjuster dashboard with analytics views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Policyholder-facing self-service claims portal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Deployment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Docker → Azure Container Registry → AKS, MLflow tracking, drift monitoring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Multi-cloud (AWS/GCP) deployment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393192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Key Insight Used in Claim Sense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Lewis et al., 2020 (NeurIPS)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Foundational RAG: combines parametric + non-parametric memory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Basis for grounding adjudication text in retrieved clauses to reduce hallucination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Gao et al., 2023/24 (arXiv survey)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Survey: Retrieval-Augmented Generation for LLMs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Informs the hybrid dense + keyword retrieval design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Reddy, 2025 (ResearchGate)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RAG + Gemini LLMs for insurance claims adjudication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Direct precedent for the RAG-based claims-adjudication pipeline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Madugula &amp; Malali, 2025 (Int. J. Sci. Res. Archive)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LLM + RAG architecture for life-insurance claims adjudication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Validates the clause-citation approach for life/health insurance lines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Becker et al., 2024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RAG for context-aware insurance claim analysis (IRB-approved study)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Confirms RAG significantly outperforms rule-based and LLM-only baselines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Kumar, 2024 (cited in Becker et al.)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LLM framework for claim automation + fraud detection (fine-tuned transformer)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Anomaly-scoring approach benchmarked against Claim Sense's XGBoost classifier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Pipitone &amp; Alami, 2024 (LegalBench-RAG)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Benchmark for RAG in the legal domain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Guides evaluation of clause-citation precision and recall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 (contd.)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3931920"/>
                <a:gridCol w="347472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Key Insight Used in Claim Sense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Verma et al., 2025 (ICICT)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XGBoost + Random Forest ensemble for insurance fraud detection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Baseline ensemble design for the fraud/anomaly risk classifier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Ding et al., 2025 (Insurance: Math. &amp; Economics)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PSO-optimized XGBoost with SHAP for auto-insurance fraud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Informs the explainability layer for risk-score justification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Parthasarathy et al., 2023 (IJSSE)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Bayesian-optimized XGBoost for health-insurance fraud detection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Hyperparameter-tuning approach adapted for the health-claims slice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Chapwanya &amp; Gorejena, 2025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Hybrid unsupervised ML (PCA-XGBoost-LOF + Isolation Forest)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Considered for unsupervised anomaly pre-screening before classification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12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IJLTEMAS, 2025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XGBoost with SMOTE for class-imbalanced auto-claim fraud detection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Confirms the oversampling strategy used for the 8–15% injected fraud rate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13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Dimri et al., 2024 (AAAI Workshop on AI in Insurance)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LLM-based claims-handling process enhancement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Informs prompt design for adjuster-facing reasoning text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Across the 13 reviewed works, RAG consistently outperforms rule-based and LLM-only baselines for grounding domain-specific text generation, and gradient-boosted trees (XGBoost) remain the strongest tabular classifier for claims/fraud detection, especially paired with SHAP-based explainability.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Legal/insurance-specific RAG benchmarks (e.g., LegalBench-RAG) show retrieval precision — not generation fluency — is the main failure point, motivating Claim Sense's hybrid dense+keyword retrieval and clause-level citation IDs.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No published system combines clause-level RAG citation with a fraud/anomaly classifier in a single closed-loop adjudication pipeline — this integration is Claim Sense's core contribution.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  <p:pic>
        <p:nvPicPr>
          <p:cNvPr id="8" name="Picture 7" descr="arch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0424160" cy="52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IRDAI mandates claim settlement within specific turnaround windows under its current master circulars; Claim Sense's SLA-tracking view can flag claims at risk of breaching these regulatory timelines.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system's audit_log and model_registry_meta tables give it explainability-by-design — every adjudication can be traced to the exact model version, feature snapshot, and cited clause used.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Because the synthetic fraud rate (8–15%) is deliberately oversampled relative to real-world sub-1% prevalence, Claim Sense reports both raw and prevalence-corrected precision/recall so business impact isn't overstated.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RAG knowledge base doubles as a training corpus for new adjusters — the same clause-citation engine can power an internal “policy Q&amp;A” copilot beyond claims adjudication.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603504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Key Tasks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1. Setup &amp; Data Foundations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Provision Azure resources; build synthetic policy + claims generator; ingest real IRDAI circulars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1–2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2. RAG Knowledge Base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Chunk/embed policies + circulars; build hybrid (dense+keyword) retrieval; citation resolution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3–4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3. Fraud/Risk ML Model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Feature engineering; train LogReg/RF/GBM/XGBoost; MLflow tracking; register best model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3–5 (parallel)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4. Adjudication Generation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Prompt design for explainable recommendation + clause citation; hallucination guardrails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5–6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5. Dashboard &amp; API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FastAPI endpoints; Streamlit adjuster dashboard; analytics views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6–7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6. MLOps &amp; Deployment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Dockerize; CI/CD pipeline; AKS deployment; drift monitoring + auto-retrain trigger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7–8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7. Validation &amp; Handover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End-to-end testing on synthetic claims; documentation; demo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Week 9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1–2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Provision the Azure resource group, Azure OpenAI, ACR, AKS, PostgreSQL Flexible Server and Blob Storage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policy-document generator (200–500 documents across motor, health, fire, marine, property)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claims generator (10,000–50,000 records) with calibrated distributions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Ingest real, current IRDAI master circulars and annual-report statistics as-is into the knowledge 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1: Setup &amp; Data Foundations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3–4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Chunk policy clauses and regulatory circulars; embed with Sentence Transformers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Stand up FAISS/ChromaDB vector store keyed to clause_id for precise citation resolution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hybrid retrieval combining dense similarity search with keyword (BM25-style) search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retrieval quality against a held-out set of known clause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2: RAG Knowledge 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3–5 (parallel)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Engineer features: claim amount vs. sum insured, tenure, days-since-policy-start, prior claim count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Train and compare Logistic Regression, Random Forest, Gradient Boosting and XGBoost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Calibrate against reference datasets (Kaggle auto-claims, IEEE-CIS) for realistic class imbalance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Track every experiment in MLflow and register the best model to the model registry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3: Fraud/Risk ML Model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5–6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prompts that force the LLM to cite only retrieved clause IDs (no free-invented citations)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Combine the fraud/risk score with retrieved clauses to produce Approve / Investigate / Deny output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guardrails and an LLM-as-judge consistency check against hallucinated clause references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Log every generated recommendation with its reasoning text and cited_clause_ids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4: Adjudication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6–7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FastAPI endpoints for claim intake, scoring, retrieval and adjudication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Streamlit adjuster dashboard: claim queue, recommendation view, override capture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analytics views: claim-trend charts, fraud-risk distribution, clause-citation frequency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dashboard to PostgreSQL/Azure SQL for live claim and decision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5: Dashboard &amp; API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7–8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Containerize the API, worker and dashboard services with Docker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Set up CI/CD via GitHub Actions/Azure DevOps: build → test → push to ACR → deploy to AKS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Configure Azure Monitor/Application Insights for logs, traces and model-serving latency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drift monitoring on incoming claim features with an auto-retrain trigger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6: MLOps &amp; Deployment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9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Run end-to-end testing on a held-out batch of synthetic claims across all product lines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adjudication accuracy, clause-citation precision, and fraud-classifier metrics (AUC, F1)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Prepare documentation: data dictionary, API reference, model card, deployment runbook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Deliver a live demo of the adjuster dashboard end-to-end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7: Validation &amp; Handover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Claim Sense: RAG-Based Insurance Claims Adjudication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175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S.K Sricharan</cp:lastModifiedBy>
  <cp:revision>16</cp:revision>
  <dcterms:created xsi:type="dcterms:W3CDTF">2024-05-13T10:33:11Z</dcterms:created>
  <dcterms:modified xsi:type="dcterms:W3CDTF">2026-09-06T20:06:42Z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