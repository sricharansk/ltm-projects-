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8" r:id="rId15"/>
    <p:sldId id="2147470496" r:id="rId7"/>
    <p:sldId id="2147470499" r:id="rId16"/>
    <p:sldId id="2147470497" r:id="rId8"/>
    <p:sldId id="2147470491" r:id="rId9"/>
    <p:sldId id="2147470487" r:id="rId10"/>
    <p:sldId id="2147470500" r:id="rId17"/>
    <p:sldId id="2147470501" r:id="rId18"/>
    <p:sldId id="2147470502" r:id="rId19"/>
    <p:sldId id="2147470503" r:id="rId20"/>
    <p:sldId id="2147470504" r:id="rId21"/>
    <p:sldId id="2147470505" r:id="rId22"/>
    <p:sldId id="21474705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8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4699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University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(Chennai)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cs typeface="Calibri" panose="020F0502020204030204" pitchFamily="34" charset="0"/>
              </a:rPr>
              <a:t>Site Guard: AI Multi-Agent Construction Safety &amp; Quality Incident Resolution System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srgbClr val="FFFFFF"/>
                </a:solidFill>
                <a:cs typeface="Calibri" panose="020F0502020204030204" pitchFamily="34" charset="0"/>
              </a:rPr>
              <a:t>S K Sricharan</a:t>
            </a:r>
          </a:p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cs typeface="Calibri" panose="020F0502020204030204" pitchFamily="34" charset="0"/>
              </a:rPr>
              <a:t>T-SERIES: T9984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9F24D1-87E9-A99C-2B50-13900576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6014333"/>
            <a:ext cx="2421011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Large EPC construction sites generate thousands of free-text safety observations, near-misses, NCRs and DPRs across contractors; engineers manually cross-reference IS codes, BOCW norms and past logs, taking hours per incident with inconsistent root-cause tracking.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Site Guard AI is a LangGraph multi-agent system — Intake → Retrieval → Root-Cause → Corrective Action → Escalation — that turns a free-text report into a structured incident, a code-grounded root-cause analysis, a CAPA with an owner and due date, and an automatic escalation for critical/repeat violations.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Outcome: root-cause turnaround drops from hours to minutes, repeat violations are caught automatically, and every recommendation is traceable to a real IS-code/BOCW clause.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As a product, Site Guard AI ships as an incident-queue dashboard with an agent-reasoning trace and CAPA tracker — deployable fully local (Docker Compose + Ollama) for cost-free pilots, or on Azure (ACI/AKS) for scaled EPC deployments.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33E990-B2E3-F2BA-E824-90DCB6F6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932" y="6552204"/>
            <a:ext cx="1634067" cy="3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Structure free-text safety/quality reports into a consistent schema (site, contractor, severity, trade) via the Intake Agent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Build a RAG knowledge base over IS codes, the BOCW Act/Rules and site SOPs for the Retrieval Agent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Perform chain-of-thought root-cause analysis against a construction-specific FMEA/5-Why library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Draft corrective/preventive actions (CAPA) with a responsible party and due date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Auto-escalate Critical-severity or repeat-violation incidents to the safety officer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Orchestrate all five agents as a LangGraph state machine with human-in-the-loop review points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Support both a fully local (Ollama + Llama 3.1 8B) and a cloud (Azure OpenAI) deployment path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F00B2-DABC-F7AB-9B4A-5FE58B0D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600" y="6561666"/>
            <a:ext cx="1888734" cy="3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E5C46-BAFC-79B8-B4AB-4DA54789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1" y="6547104"/>
            <a:ext cx="1701800" cy="3108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937760"/>
                <a:gridCol w="4114800"/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In-Scope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Out-of-Scope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Data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Synthetic DPR/NCR/observation generator (5,000–15,000 records) calibrated to OSHA SIR &amp; DGFASLI statistics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Real, site-identifying incident records (contractual/PII-sensitive)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Knowledge base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RAG over real IS codes, BOCW Act/Rules, OSHA 29 CFR 1926, and synthetic SOPs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Non-construction regulatory domains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Agents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Intake, Retrieval, Root-Cause, Corrective Action and Escalation agents in LangGraph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Autonomous CAPA closure without human sign-off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Root-cause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FMEA/5-Why chain grounded in a curated failure-mode library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Physical/forensic accident reconstruction (e.g., structural failure simulation)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Interface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Incident queue, agent-reasoning-trace view, CAPA tracker (Streamlit/React)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Worker-facing mobile reporting app (future phase)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Deployment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Docker Compose (fully local) or Azure ACI/AKS (cloud)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42424"/>
                          </a:solidFill>
                        </a:rPr>
                        <a:t>Multi-cloud or on-premise bare-metal Kubernetes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926080"/>
                <a:gridCol w="3840480"/>
                <a:gridCol w="338328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Paper / Source (Author, Year)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Key Insight Used in Site Guard AI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LangChain AI, 2024/2026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LangGraph: building structured multi-agent LLM applications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Core orchestration framework adopted for the Intake→Escalation agent graph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2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Baek, Park &amp; Jung, 2025 (Automation in Construction)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RAG-enhanced automated safety-risk-management guidance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Precedent for grounding safety recommendations in retrieved code text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3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Bernardi, Cimitile &amp; Pecori, 2024 (IJCNN)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Automatic job-safety report generation using RAG-based LLMs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Validates RAG for generating structured safety documentation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4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ASCE J. Mgmt. in Engg., 2025/26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LLM-based multi-agent system for construction job-safety analysis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Closest published precedent for a multi-agent safety-analysis pipeline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Chen et al., 2025 (Adv. Eng. Informatics)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Meet2Mitigate: LLM framework for real-time issue ID from site meetings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Informs the Intake Agent's free-text-to-structured-issue extraction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 (contd.)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0607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926080"/>
                <a:gridCol w="3840480"/>
                <a:gridCol w="338328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Paper / Source (Author, Year)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Key Insight Used in Site Guard AI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Ahmadi, Muley &amp; Wang, 2025 (J. Intelligent Constr.)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LLMs (GPT-4, Gemini, Llama 3.1) for construction accident-report analysis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Llama 3.1 8B chosen partly on this paper's reported accuracy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7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Wang et al., 2026 (ECAM)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Parameter-efficient fine-tuned LLMs + ensembles for accident-report classification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Considered for fine-tuning the local Llama 3.1 8B Intake Agent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Zhang, 2022 (Int. J. Constr. Mgmt.)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Hybrid deep neural network + Word2Vec for accident-cause classification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Baseline for structured cause-taxonomy design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9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ScienceDirect, 2020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Deep learning + network analysis for classifying accident narratives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Informs the FMEA/5-Why failure-mode taxonomy structure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10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ScienceDirect (graph-based DL)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Graph-based deep learning for accident injury-type/body-part extraction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42424"/>
                          </a:solidFill>
                        </a:rPr>
                        <a:t>Considered for future enrichment of the incident schema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Published work confirms LLM-based agents reliably extract structured fields (trade, severity, cause) from free-text safety narratives, and that grounding generation in retrieved code/standard text (RAG) is now the standard approach for auditable safety recommendations.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Multi-agent orchestration (LangGraph and similar frameworks) is an active 2024–2026 research area, but published multi-agent systems specific to construction safety root-cause-to-CAPA workflows remain scarce — most work stops at single-agent classification or report generation.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This gap is exactly where Site Guard AI contributes: chaining Intake → Retrieval → Root-Cause → Corrective Action → Escalation into one auditable LangGraph pipeline with a reasoning trace.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5D20D5-EE38-4947-83F1-592E694A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529" y="6490077"/>
            <a:ext cx="2074471" cy="36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  <p:pic>
        <p:nvPicPr>
          <p:cNvPr id="8" name="Picture 7" descr="arch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0424160" cy="525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BOCW Central Rules Chapter XIII and BIS codes such as IS 3696 (scaffolds) give Site Guard AI real, citable clause numbers — the Root-Cause Agent is designed to never fabricate a clause number, only cite verified ones.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The agent_reasoning_trace table means every escalation or CAPA can be replayed step-by-step for a safety audit — a feature most commercial EHS software doesn't expose.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Because Ollama + Llama 3.1 8B runs fully offline, Site Guard AI can be piloted on a site with no reliable internet connectivity, then switched to Azure OpenAI once the contractor scales to multiple sites.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228600" indent="-228600">
              <a:lnSpc>
                <a:spcPct val="100000"/>
              </a:lnSpc>
              <a:spcAft>
                <a:spcPts val="800"/>
              </a:spcAft>
            </a:pPr>
            <a:r>
              <a:rPr lang="en-US" sz="2000" b="0" dirty="0">
                <a:solidFill>
                  <a:srgbClr val="242424"/>
                </a:solidFill>
                <a:latin typeface="+mn-lt"/>
              </a:rPr>
              <a:t>Repeat-violation detection (same contractor/trade/site recurring) turns Site Guard AI from a passive logger into a proactive enforcement tool — a capability regulators like DGFASLI have flagged as missing in most site EHS systems.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i="1" dirty="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2FAE9-5D29-2669-95F8-5DD90F44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67" y="6540225"/>
            <a:ext cx="1820333" cy="3177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06070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760720"/>
                <a:gridCol w="2103120"/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Key Tasks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marT="30000" marB="30000" marL="60000" marR="40000">
                    <a:solidFill>
                      <a:srgbClr val="1E2761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1. Setup &amp; Data Foundations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Provision Docker Compose/Azure; build synthetic DPR/NCR generator; ingest real IS codes + BOCW Act/Rules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Week 1–2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2. Knowledge Base (Retrieval Agent)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Chunk/embed IS codes, BOCW clauses, SOPs, past-incident corpus; hybrid retrieval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Week 3–4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3. Intake Agent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Free-text → structured schema via prompt design + validation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Week 3–4 (parallel)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4. Root-Cause Agent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Curate FMEA/5-Why library; chain-of-thought prompt grounded in retrieved clauses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Week 5–6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5. Corrective Action &amp; Escalation Agents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CAPA drafting with owner/due-date; critical/repeat-violation escalation rules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Week 6–7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6. LangGraph Orchestration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Wire agents into a graph with state passing, retries, human-in-the-loop review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Week 6–7 (parallel)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7. Dashboard &amp; API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FastAPI endpoints; incident queue, reasoning-trace, CAPA tracker UI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Week 7–8</a:t>
                      </a:r>
                    </a:p>
                  </a:txBody>
                  <a:tcPr marT="25000" marB="25000" marL="60000" marR="400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8. Deployment &amp; Validation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Docker Compose local path; optional ACI/AKS cloud path; end-to-end testing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42424"/>
                          </a:solidFill>
                        </a:rPr>
                        <a:t>Week 8–9</a:t>
                      </a:r>
                    </a:p>
                  </a:txBody>
                  <a:tcPr marT="25000" marB="25000" marL="60000" marR="40000"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1–2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Provision Docker Compose services (or Azure ACI) for the API, database and agent workers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synthetic DPR/NCR/observation generator (5,000–15,000 records) across multiple trades/sites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Calibrate synthetic data against OSHA Severe Injury Report and DGFASLI safety statistics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Ingest real, current IS codes and BOCW Act/Rules text into the knowledge base as-is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1: Setup &amp; Data Foundations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3–4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Chunk and embed IS codes, BOCW clauses, site SOPs and the past-incident corpus with Sentence Transformers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Stand up ChromaDB/Qdrant vector store keyed to clause_id for precise citation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Implement hybrid retrieval combining semantic similarity with keyword search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Validate retrieval against a held-out set of known code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2: Knowledge Base (Retrieval Agent)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3–4 (parallel)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Design prompts that convert free-text observations/NCRs/DPRs into a structured schema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Extract site, contractor, severity and trade fields with validation rules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Handle ambiguous or incomplete reports with a clarification/fallback path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Benchmark extraction accuracy against a manually labelled synthetic 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3: Intake Agent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5–6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Curate a construction-specific FMEA/5-Why failure-mode library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Design chain-of-thought prompts that ground root-cause reasoning in retrieved clauses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Ensure every root-cause explanation cites a verified IS-code/BOCW reference, never a fabricated one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Validate root-cause quality against past-incident precedents in the corpus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4: Root-Cause Agent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6–7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Draft CAPA (corrective/preventive action) text with a responsible party and due date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Design escalation rules for Critical-severity incidents and repeat-violation patterns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Route escalations to the safety officer with full context and reasoning trace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Log every CAPA and escalation to the audit trail for compliance reporting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5: Corrective Action &amp; Escalation Agents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6–7 (parallel)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Wire the five agents into a LangGraph state graph with typed state passing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Add retry logic and human-in-the-loop checkpoints before CAPA/escalation commit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Implement graph-level logging so every run can be replayed step-by-step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Test end-to-end graph execution on synthetic incident batches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6: LangGraph Orchestration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7–8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FastAPI + Pydantic endpoints for incident intake, retrieval and agent orchestration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incident-queue dashboard with an agent-reasoning-trace view (Streamlit/React)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Build the CAPA tracker with owner, due-date and status views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Wire the dashboard to PostgreSQL for incidents, CAPA and the audit trail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7: Dashboard &amp; API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dirty="0" sz="1800" b="1">
                <a:solidFill>
                  <a:srgbClr val="5583D1"/>
                </a:solidFill>
                <a:latin typeface="+mn-lt"/>
              </a:rPr>
              <a:t>Week 8–9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Package all services with Docker Compose for the fully local run path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Configure the optional Azure ACI/AKS cloud deployment path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Run end-to-end testing across synthetic incidents spanning multiple trades/sites</a:t>
            </a:r>
          </a:p>
          <a:p>
            <a:pPr indent="-228600" marL="228600">
              <a:lnSpc>
                <a:spcPct val="100000"/>
              </a:lnSpc>
              <a:spcAft>
                <a:spcPts val="600"/>
              </a:spcAft>
            </a:pPr>
            <a:r>
              <a:rPr lang="en-US" sz="17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Prepare documentation: schema reference, agent-prompt library, deployment runbook,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8: Deployment &amp; Validation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 sz="1500">
                <a:solidFill>
                  <a:srgbClr val="FFFFFF"/>
                </a:solidFill>
              </a:rPr>
              <a:t>Site Guard: AI Multi-Agent Construction Safety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175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S.K Sricharan</cp:lastModifiedBy>
  <cp:revision>16</cp:revision>
  <dcterms:created xsi:type="dcterms:W3CDTF">2024-05-13T10:33:11Z</dcterms:created>
  <dcterms:modified xsi:type="dcterms:W3CDTF">2026-09-06T20:06:42Z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